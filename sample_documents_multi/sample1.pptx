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Unstructured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643467"/>
          </a:xfrm>
        </p:spPr>
        <p:txBody>
          <a:bodyPr/>
          <a:lstStyle/>
          <a:p>
            <a:r>
              <a:rPr dirty="0"/>
              <a:t>Document Parsing for RAG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D98CC6-B02C-C631-17D1-02035D1B3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215462"/>
              </p:ext>
            </p:extLst>
          </p:nvPr>
        </p:nvGraphicFramePr>
        <p:xfrm>
          <a:off x="1371600" y="4610100"/>
          <a:ext cx="6858000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154827244"/>
                    </a:ext>
                  </a:extLst>
                </a:gridCol>
                <a:gridCol w="5816600">
                  <a:extLst>
                    <a:ext uri="{9D8B030D-6E8A-4147-A177-3AD203B41FA5}">
                      <a16:colId xmlns:a16="http://schemas.microsoft.com/office/drawing/2014/main" val="368629306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Dates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Modules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159259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 November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46313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 November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327233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16 November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60390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23 November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1575794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30 November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04079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 December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u="none" strike="noStrike" dirty="0">
                          <a:effectLst/>
                        </a:rPr>
                        <a:t>Module 4: Document </a:t>
                      </a:r>
                      <a:r>
                        <a:rPr lang="fr-FR" sz="1000" u="none" strike="noStrike" dirty="0" err="1">
                          <a:effectLst/>
                        </a:rPr>
                        <a:t>Parsers</a:t>
                      </a:r>
                      <a:r>
                        <a:rPr lang="fr-FR" sz="1000" u="none" strike="noStrike" dirty="0">
                          <a:effectLst/>
                        </a:rPr>
                        <a:t> + Module 5 (Part 1): </a:t>
                      </a:r>
                      <a:r>
                        <a:rPr lang="fr-FR" sz="1000" u="none" strike="noStrike" dirty="0" err="1">
                          <a:effectLst/>
                        </a:rPr>
                        <a:t>LlamaIndex</a:t>
                      </a:r>
                      <a:r>
                        <a:rPr lang="fr-FR" sz="1000" u="none" strike="noStrike" dirty="0">
                          <a:effectLst/>
                        </a:rPr>
                        <a:t> Fundamentals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05394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14 December 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Module 5 (Part 2): </a:t>
                      </a:r>
                      <a:r>
                        <a:rPr lang="en-US" sz="1000" u="none" strike="noStrike" dirty="0" err="1">
                          <a:effectLst/>
                        </a:rPr>
                        <a:t>LlamaIndex</a:t>
                      </a:r>
                      <a:r>
                        <a:rPr lang="en-US" sz="1000" u="none" strike="noStrike" dirty="0">
                          <a:effectLst/>
                        </a:rPr>
                        <a:t> (Document Handling, Indexing, Querying, Hybrid Search)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253555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file formats supported</a:t>
            </a:r>
          </a:p>
          <a:p>
            <a:r>
              <a:t>OCR for scanned documents</a:t>
            </a:r>
          </a:p>
          <a:p>
            <a:r>
              <a:t>Table extraction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9BB95-AFB5-0ABB-ADC8-D8E1297B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3581400"/>
            <a:ext cx="7620000" cy="2209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78</Words>
  <Application>Microsoft Office PowerPoint</Application>
  <PresentationFormat>On-screen Show (4:3)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Unstructured Demo</vt:lpstr>
      <vt:lpstr>Key Features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Deepika Dhanajayan</cp:lastModifiedBy>
  <cp:revision>3</cp:revision>
  <dcterms:created xsi:type="dcterms:W3CDTF">2013-01-27T09:14:16Z</dcterms:created>
  <dcterms:modified xsi:type="dcterms:W3CDTF">2026-01-21T22:07:24Z</dcterms:modified>
  <cp:category/>
</cp:coreProperties>
</file>